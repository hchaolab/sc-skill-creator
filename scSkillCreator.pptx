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B928B-0627-D488-3652-0E417E63B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89A854-4AEA-2ECD-BC7A-F106FCEF4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6ADF3-70F5-87DF-76C6-4110949B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BF0D08-921F-9C54-1270-3FDA8C1F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7A02D3-835D-EC55-05F6-65F55085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24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40492-71EB-033C-6913-5D5943A7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28A06-4E66-F2E5-6080-C3108FBFE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1C6BBE-1378-2D5B-0B58-DD618AD2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68919-FE32-830F-C594-FBEF664E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A70314-E117-CD5D-9213-2856C03B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29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FFAF9-7A23-7D92-D6A6-1921D2A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274B5-991B-2E7F-A0C4-27914FB5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16413E-5EFE-0CE3-18EC-9A10A1BC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EC66EF-5751-369C-ADC6-516B8AD9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1665F0-9DB7-FA5A-E1D8-93F88D57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4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C22BF-D488-18CD-138C-7B84A7D4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2F3234-591E-C05D-9B4B-F5A7E7DB4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D3A89A-BC59-64B4-E117-E6AD01B51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3AF8AB-1CB3-5B4C-19C9-B33A95D3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85A917-98A1-FEA6-9AA1-B95BCDC0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7325AD-2019-3F3B-925E-95B139A9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83A73-90B9-C6F4-9304-97E125C8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12D1B8-7C2A-94F8-B3A6-48DCB7C96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9B6F18-6EF4-EC89-1E2C-8252F8DC9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7BAF50-7599-3EFD-0E21-F04BA3AF5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2896F4-15EC-790A-F005-71C16D1F8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AEBA57-64FE-75DD-704E-07772904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6A40BE-4325-514F-6C9B-A528C7B6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ACF1ED-F893-8436-425F-06F0617F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90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04D1E-95B4-8568-6055-1F91A04B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E0945E-4F88-26F1-E353-CEFB54AE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A86C6E-1F8A-71ED-324F-62D3ED76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155823-87D0-BBF5-923A-6DF73AB9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8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25D69B-5874-29B3-5183-FA43590E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9355F0-6E47-BC35-C73A-96F6E076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4DABAF-8D19-D7F2-6FB8-3A9533C2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6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BE0C5-8BC7-8BF7-FB0A-1FA337A8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02105-0DA0-B311-5BE8-D0A540397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A402D1-8611-3FF9-1798-8090A0AC1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52516B-B346-EB52-2B38-D755D1DC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5EB8C1-5529-56D9-3476-CB1CDBDC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39B9A4-2A73-F9E5-45F5-AF2243C8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6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6ABA5-E8A2-8EC3-0A8C-8FB44655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6239C9-30DB-96DE-F2F6-50D09EC6E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9632A3-8F2F-0C98-EF86-39BE7D9DD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BE3251-6878-23D3-073E-48BD442A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8BE66B-52F9-9160-A2B7-3E1B54D5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D1C3E8-8322-58A8-D67B-5FFE7B51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70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58E5C-BDD0-25D9-F12F-E001C1B3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A77E66-B415-12C6-F247-20DAE3AB4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76388E-E4B5-00BD-0AA3-A85F38DC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AF90F-A411-8A7E-AAFB-200F0CA0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EC94AB-5FFD-D8DF-83CB-875741F3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55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0B44C9-6EA9-560F-640F-98670640C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9405A8-D703-680B-1E33-1D43DA966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61998C-8BFE-F3EA-87C8-33513E59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197E9-25D6-7EF1-D6D4-51F301ED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75125-9CBB-36B7-EA6C-A04E7A9C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41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E9446D-B9C3-DB94-B2C0-F921C66C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004EE6-6883-11B9-B87C-319C47C7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618386-7A48-7D71-1EDD-506C61741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5D3D7-3184-44F9-9EF2-979D4057AE4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21C31C-7201-9840-5384-59E0F4A01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A81C1-6C4B-B2B9-B446-B5E54FF9C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1B71B-3C57-4B71-A988-F83E9F83A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50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2EA78DA-2D4B-3C21-5F1D-6E5051262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7" y="93142"/>
            <a:ext cx="5562507" cy="5467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D880BC1-E8CA-2294-78DB-FFE723814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93" y="93142"/>
            <a:ext cx="5205647" cy="61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95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 huang</dc:creator>
  <cp:lastModifiedBy>chao huang</cp:lastModifiedBy>
  <cp:revision>2</cp:revision>
  <dcterms:created xsi:type="dcterms:W3CDTF">2026-04-07T10:12:15Z</dcterms:created>
  <dcterms:modified xsi:type="dcterms:W3CDTF">2026-04-08T08:29:16Z</dcterms:modified>
</cp:coreProperties>
</file>